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6"/>
  </p:notesMasterIdLst>
  <p:sldIdLst>
    <p:sldId id="488" r:id="rId3"/>
    <p:sldId id="489" r:id="rId4"/>
    <p:sldId id="490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45AD"/>
    <a:srgbClr val="0347AF"/>
    <a:srgbClr val="034BB2"/>
    <a:srgbClr val="064B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30" autoAdjust="0"/>
    <p:restoredTop sz="96578" autoAdjust="0"/>
  </p:normalViewPr>
  <p:slideViewPr>
    <p:cSldViewPr snapToGrid="0" showGuides="1">
      <p:cViewPr varScale="1">
        <p:scale>
          <a:sx n="117" d="100"/>
          <a:sy n="117" d="100"/>
        </p:scale>
        <p:origin x="174" y="108"/>
      </p:cViewPr>
      <p:guideLst>
        <p:guide orient="horz" pos="218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80DE96-84F4-4806-9F53-96905BBF0225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C1F8E9-F6DD-45F3-9D9A-EA9E772CE5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0679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C1F8E9-F6DD-45F3-9D9A-EA9E772CE56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456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rrowheads="1"/>
          </p:cNvSpPr>
          <p:nvPr userDrawn="1"/>
        </p:nvSpPr>
        <p:spPr bwMode="auto">
          <a:xfrm>
            <a:off x="0" y="1968500"/>
            <a:ext cx="12190413" cy="2168525"/>
          </a:xfrm>
          <a:prstGeom prst="rect">
            <a:avLst/>
          </a:prstGeom>
          <a:solidFill>
            <a:srgbClr val="064BB2"/>
          </a:solidFill>
          <a:ln>
            <a:noFill/>
          </a:ln>
          <a:effectLst>
            <a:outerShdw blurRad="50800" dist="38100" dir="5400000" algn="t" rotWithShape="0">
              <a:srgbClr val="000000">
                <a:alpha val="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zh-CN" altLang="en-US" sz="950" dirty="0">
              <a:solidFill>
                <a:srgbClr val="FFFFFF"/>
              </a:solidFill>
              <a:cs typeface="宋体" pitchFamily="2" charset="-122"/>
            </a:endParaRPr>
          </a:p>
        </p:txBody>
      </p:sp>
      <p:pic>
        <p:nvPicPr>
          <p:cNvPr id="4" name="图片 3" descr="AW视觉符号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202395" y="2246811"/>
            <a:ext cx="4697018" cy="247818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标题 14"/>
          <p:cNvSpPr>
            <a:spLocks noGrp="1"/>
          </p:cNvSpPr>
          <p:nvPr>
            <p:ph type="title"/>
          </p:nvPr>
        </p:nvSpPr>
        <p:spPr>
          <a:xfrm>
            <a:off x="5926234" y="2706149"/>
            <a:ext cx="5889861" cy="692150"/>
          </a:xfrm>
        </p:spPr>
        <p:txBody>
          <a:bodyPr/>
          <a:lstStyle>
            <a:lvl1pPr algn="ctr">
              <a:defRPr sz="3600" b="1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9" name="日期占位符 29"/>
          <p:cNvSpPr>
            <a:spLocks noGrp="1"/>
          </p:cNvSpPr>
          <p:nvPr>
            <p:ph type="dt" sz="half" idx="10"/>
          </p:nvPr>
        </p:nvSpPr>
        <p:spPr>
          <a:xfrm>
            <a:off x="9447213" y="3771900"/>
            <a:ext cx="2743200" cy="365125"/>
          </a:xfrm>
        </p:spPr>
        <p:txBody>
          <a:bodyPr/>
          <a:lstStyle>
            <a:lvl1pPr algn="r">
              <a:defRPr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131C1C29-AEBB-4CAA-8047-496BE4A1426D}" type="datetimeFigureOut">
              <a:rPr lang="zh-CN" altLang="en-US"/>
              <a:t>2026/7/19</a:t>
            </a:fld>
            <a:endParaRPr lang="zh-CN" altLang="en-US" dirty="0"/>
          </a:p>
        </p:txBody>
      </p:sp>
      <p:pic>
        <p:nvPicPr>
          <p:cNvPr id="10" name="图片 9" descr="泰迪LOGO横版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038464" y="265897"/>
            <a:ext cx="2424215" cy="575761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10529888" y="558800"/>
            <a:ext cx="1285875" cy="0"/>
          </a:xfrm>
          <a:prstGeom prst="line">
            <a:avLst/>
          </a:prstGeom>
          <a:ln w="12700">
            <a:solidFill>
              <a:srgbClr val="064BB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/>
        </p:nvCxnSpPr>
        <p:spPr>
          <a:xfrm>
            <a:off x="6589713" y="558800"/>
            <a:ext cx="1285875" cy="0"/>
          </a:xfrm>
          <a:prstGeom prst="line">
            <a:avLst/>
          </a:prstGeom>
          <a:ln w="12700">
            <a:solidFill>
              <a:srgbClr val="064BB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纯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3"/>
          <p:cNvSpPr>
            <a:spLocks noChangeArrowheads="1"/>
          </p:cNvSpPr>
          <p:nvPr/>
        </p:nvSpPr>
        <p:spPr bwMode="auto">
          <a:xfrm>
            <a:off x="246063" y="915988"/>
            <a:ext cx="9596437" cy="46037"/>
          </a:xfrm>
          <a:prstGeom prst="rect">
            <a:avLst/>
          </a:prstGeom>
          <a:solidFill>
            <a:srgbClr val="064BB2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endParaRPr lang="zh-CN" altLang="en-US" sz="950"/>
          </a:p>
        </p:txBody>
      </p:sp>
      <p:sp>
        <p:nvSpPr>
          <p:cNvPr id="9" name="AutoShape 23"/>
          <p:cNvSpPr>
            <a:spLocks noChangeArrowheads="1"/>
          </p:cNvSpPr>
          <p:nvPr/>
        </p:nvSpPr>
        <p:spPr bwMode="auto">
          <a:xfrm>
            <a:off x="9842500" y="915988"/>
            <a:ext cx="1989138" cy="46037"/>
          </a:xfrm>
          <a:prstGeom prst="rect">
            <a:avLst/>
          </a:prstGeom>
          <a:solidFill>
            <a:srgbClr val="FB9708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endParaRPr lang="zh-CN" altLang="en-US" sz="950"/>
          </a:p>
        </p:txBody>
      </p:sp>
      <p:sp>
        <p:nvSpPr>
          <p:cNvPr id="4" name="内容占位符 2"/>
          <p:cNvSpPr>
            <a:spLocks noGrp="1"/>
          </p:cNvSpPr>
          <p:nvPr>
            <p:ph idx="1" hasCustomPrompt="1"/>
          </p:nvPr>
        </p:nvSpPr>
        <p:spPr>
          <a:xfrm>
            <a:off x="423819" y="1104181"/>
            <a:ext cx="11107601" cy="5052713"/>
          </a:xfrm>
        </p:spPr>
        <p:txBody>
          <a:bodyPr>
            <a:noAutofit/>
          </a:bodyPr>
          <a:lstStyle>
            <a:lvl1pPr marL="362585" indent="-362585">
              <a:lnSpc>
                <a:spcPct val="150000"/>
              </a:lnSpc>
              <a:buClr>
                <a:srgbClr val="032089"/>
              </a:buClr>
              <a:buFont typeface="Wingdings" panose="05000000000000000000" pitchFamily="2" charset="2"/>
              <a:buChar char="Ø"/>
              <a:defRPr sz="1800" b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30000"/>
              </a:lnSpc>
              <a:buClr>
                <a:srgbClr val="032089"/>
              </a:buClr>
              <a:buFont typeface="Wingdings" panose="05000000000000000000" pitchFamily="2" charset="2"/>
              <a:buChar char="l"/>
              <a:defRPr sz="2330" b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905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905" b="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905" b="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单击此处编辑正文内容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54876" y="359079"/>
            <a:ext cx="10972801" cy="528176"/>
          </a:xfrm>
        </p:spPr>
        <p:txBody>
          <a:bodyPr/>
          <a:lstStyle>
            <a:lvl1pPr>
              <a:defRPr sz="2400" b="1" baseline="0">
                <a:solidFill>
                  <a:schemeClr val="tx1"/>
                </a:solidFill>
                <a:latin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noProof="1"/>
              <a:t>单击此处编辑标题</a:t>
            </a:r>
          </a:p>
        </p:txBody>
      </p:sp>
      <p:sp>
        <p:nvSpPr>
          <p:cNvPr id="16" name="Rectangle 12"/>
          <p:cNvSpPr>
            <a:spLocks noChangeArrowheads="1"/>
          </p:cNvSpPr>
          <p:nvPr userDrawn="1"/>
        </p:nvSpPr>
        <p:spPr bwMode="auto">
          <a:xfrm>
            <a:off x="9937750" y="6392863"/>
            <a:ext cx="571500" cy="2317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ctr">
              <a:defRPr/>
            </a:pPr>
            <a:r>
              <a:rPr lang="en-US" altLang="zh-CN" sz="100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fld id="{524AD63B-5F2C-4628-8441-2A0E534DA5F7}" type="slidenum">
              <a:rPr lang="en-US" altLang="zh-CN" sz="100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altLang="zh-CN" sz="10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" name="直接连接符 19"/>
          <p:cNvCxnSpPr>
            <a:stCxn id="17" idx="3"/>
          </p:cNvCxnSpPr>
          <p:nvPr userDrawn="1"/>
        </p:nvCxnSpPr>
        <p:spPr>
          <a:xfrm>
            <a:off x="10509250" y="6508750"/>
            <a:ext cx="1019175" cy="0"/>
          </a:xfrm>
          <a:prstGeom prst="line">
            <a:avLst/>
          </a:prstGeom>
          <a:ln w="9525">
            <a:solidFill>
              <a:srgbClr val="F195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4"/>
          <p:cNvCxnSpPr>
            <a:endCxn id="16" idx="1"/>
          </p:cNvCxnSpPr>
          <p:nvPr userDrawn="1"/>
        </p:nvCxnSpPr>
        <p:spPr>
          <a:xfrm>
            <a:off x="5959475" y="6508750"/>
            <a:ext cx="3978275" cy="0"/>
          </a:xfrm>
          <a:prstGeom prst="line">
            <a:avLst/>
          </a:prstGeom>
          <a:ln>
            <a:solidFill>
              <a:srgbClr val="064B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2" descr="F:\品牌资料\07-logo png\微信图片_20211209111600.png微信图片_20211209111600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18770" y="6272213"/>
            <a:ext cx="1985010" cy="47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0" name="直接连接符 19"/>
          <p:cNvCxnSpPr/>
          <p:nvPr userDrawn="1"/>
        </p:nvCxnSpPr>
        <p:spPr>
          <a:xfrm>
            <a:off x="2384425" y="6381750"/>
            <a:ext cx="0" cy="276225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>
            <a:spLocks noChangeArrowheads="1"/>
          </p:cNvSpPr>
          <p:nvPr userDrawn="1"/>
        </p:nvSpPr>
        <p:spPr bwMode="auto">
          <a:xfrm>
            <a:off x="2400935" y="6326505"/>
            <a:ext cx="4904105" cy="320675"/>
          </a:xfrm>
          <a:prstGeom prst="rect">
            <a:avLst/>
          </a:prstGeom>
          <a:noFill/>
          <a:ln>
            <a:noFill/>
          </a:ln>
        </p:spPr>
        <p:txBody>
          <a:bodyPr wrap="square" lIns="91343" tIns="45674" rIns="91343" bIns="45674">
            <a:spAutoFit/>
          </a:bodyPr>
          <a:lstStyle>
            <a:lvl1pPr eaLnBrk="0" hangingPunct="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600"/>
              </a:spcBef>
              <a:defRPr/>
            </a:pPr>
            <a:r>
              <a:rPr lang="zh-CN" altLang="en-US" sz="10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官网：http://www.tipdm.com</a:t>
            </a:r>
            <a:r>
              <a:rPr lang="en-US" altLang="zh-CN" sz="10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lang="zh-CN" altLang="en-US" sz="10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电话：189</a:t>
            </a:r>
            <a:r>
              <a:rPr lang="en-US" altLang="zh-CN" sz="10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10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2756</a:t>
            </a:r>
            <a:r>
              <a:rPr lang="en-US" altLang="zh-CN" sz="10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10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5259</a:t>
            </a:r>
          </a:p>
        </p:txBody>
      </p:sp>
    </p:spTree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小标题+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3"/>
          <p:cNvSpPr>
            <a:spLocks noChangeArrowheads="1"/>
          </p:cNvSpPr>
          <p:nvPr/>
        </p:nvSpPr>
        <p:spPr bwMode="auto">
          <a:xfrm>
            <a:off x="246063" y="915988"/>
            <a:ext cx="9596437" cy="46037"/>
          </a:xfrm>
          <a:prstGeom prst="rect">
            <a:avLst/>
          </a:prstGeom>
          <a:solidFill>
            <a:srgbClr val="064BB2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endParaRPr lang="zh-CN" altLang="en-US" sz="950"/>
          </a:p>
        </p:txBody>
      </p:sp>
      <p:sp>
        <p:nvSpPr>
          <p:cNvPr id="9" name="AutoShape 23"/>
          <p:cNvSpPr>
            <a:spLocks noChangeArrowheads="1"/>
          </p:cNvSpPr>
          <p:nvPr/>
        </p:nvSpPr>
        <p:spPr bwMode="auto">
          <a:xfrm>
            <a:off x="9842500" y="915988"/>
            <a:ext cx="1989138" cy="46037"/>
          </a:xfrm>
          <a:prstGeom prst="rect">
            <a:avLst/>
          </a:prstGeom>
          <a:solidFill>
            <a:srgbClr val="FB9708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endParaRPr lang="zh-CN" altLang="en-US" sz="950"/>
          </a:p>
        </p:txBody>
      </p:sp>
      <p:sp>
        <p:nvSpPr>
          <p:cNvPr id="4" name="内容占位符 2"/>
          <p:cNvSpPr>
            <a:spLocks noGrp="1"/>
          </p:cNvSpPr>
          <p:nvPr>
            <p:ph idx="1" hasCustomPrompt="1"/>
          </p:nvPr>
        </p:nvSpPr>
        <p:spPr>
          <a:xfrm>
            <a:off x="423819" y="1713662"/>
            <a:ext cx="11107601" cy="4339721"/>
          </a:xfrm>
        </p:spPr>
        <p:txBody>
          <a:bodyPr>
            <a:noAutofit/>
          </a:bodyPr>
          <a:lstStyle>
            <a:lvl1pPr marL="362585" indent="-362585">
              <a:lnSpc>
                <a:spcPct val="150000"/>
              </a:lnSpc>
              <a:buClr>
                <a:srgbClr val="032089"/>
              </a:buClr>
              <a:buFont typeface="Wingdings" panose="05000000000000000000" pitchFamily="2" charset="2"/>
              <a:buChar char="Ø"/>
              <a:defRPr sz="1800" b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30000"/>
              </a:lnSpc>
              <a:buClr>
                <a:srgbClr val="032089"/>
              </a:buClr>
              <a:buFont typeface="Wingdings" panose="05000000000000000000" pitchFamily="2" charset="2"/>
              <a:buChar char="l"/>
              <a:defRPr sz="2330" b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905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905" b="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905" b="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单击此处编辑正文内容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54876" y="359079"/>
            <a:ext cx="10972801" cy="528176"/>
          </a:xfrm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14" name="内容占位符 2"/>
          <p:cNvSpPr>
            <a:spLocks noGrp="1"/>
          </p:cNvSpPr>
          <p:nvPr>
            <p:ph idx="10" hasCustomPrompt="1"/>
          </p:nvPr>
        </p:nvSpPr>
        <p:spPr>
          <a:xfrm>
            <a:off x="423819" y="1138980"/>
            <a:ext cx="11107601" cy="42646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>
              <a:buNone/>
              <a:defRPr lang="zh-CN" altLang="en-US" sz="2000" b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/>
              <a:t>单击此处编辑标题</a:t>
            </a:r>
          </a:p>
        </p:txBody>
      </p:sp>
      <p:sp>
        <p:nvSpPr>
          <p:cNvPr id="13" name="Rectangle 12"/>
          <p:cNvSpPr>
            <a:spLocks noChangeArrowheads="1"/>
          </p:cNvSpPr>
          <p:nvPr userDrawn="1"/>
        </p:nvSpPr>
        <p:spPr bwMode="auto">
          <a:xfrm>
            <a:off x="9937750" y="6392863"/>
            <a:ext cx="571500" cy="2317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ctr">
              <a:defRPr/>
            </a:pPr>
            <a:r>
              <a:rPr lang="en-US" altLang="zh-CN" sz="100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fld id="{524AD63B-5F2C-4628-8441-2A0E534DA5F7}" type="slidenum">
              <a:rPr lang="en-US" altLang="zh-CN" sz="100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altLang="zh-CN" sz="10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" name="直接连接符 19"/>
          <p:cNvCxnSpPr>
            <a:stCxn id="15" idx="3"/>
          </p:cNvCxnSpPr>
          <p:nvPr userDrawn="1"/>
        </p:nvCxnSpPr>
        <p:spPr>
          <a:xfrm>
            <a:off x="10509250" y="6508750"/>
            <a:ext cx="1019175" cy="0"/>
          </a:xfrm>
          <a:prstGeom prst="line">
            <a:avLst/>
          </a:prstGeom>
          <a:ln w="9525">
            <a:solidFill>
              <a:srgbClr val="F195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4"/>
          <p:cNvCxnSpPr>
            <a:endCxn id="13" idx="1"/>
          </p:cNvCxnSpPr>
          <p:nvPr userDrawn="1"/>
        </p:nvCxnSpPr>
        <p:spPr>
          <a:xfrm>
            <a:off x="5959475" y="6508750"/>
            <a:ext cx="3978275" cy="0"/>
          </a:xfrm>
          <a:prstGeom prst="line">
            <a:avLst/>
          </a:prstGeom>
          <a:ln>
            <a:solidFill>
              <a:srgbClr val="064B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图片 12" descr="F:\品牌资料\07-logo png\微信图片_20211209111600.png微信图片_20211209111600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18770" y="6272213"/>
            <a:ext cx="1985010" cy="47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1" name="直接连接符 20"/>
          <p:cNvCxnSpPr/>
          <p:nvPr userDrawn="1"/>
        </p:nvCxnSpPr>
        <p:spPr>
          <a:xfrm>
            <a:off x="2384425" y="6381750"/>
            <a:ext cx="0" cy="276225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>
            <a:spLocks noChangeArrowheads="1"/>
          </p:cNvSpPr>
          <p:nvPr userDrawn="1"/>
        </p:nvSpPr>
        <p:spPr bwMode="auto">
          <a:xfrm>
            <a:off x="2400935" y="6326505"/>
            <a:ext cx="4904105" cy="320675"/>
          </a:xfrm>
          <a:prstGeom prst="rect">
            <a:avLst/>
          </a:prstGeom>
          <a:noFill/>
          <a:ln>
            <a:noFill/>
          </a:ln>
        </p:spPr>
        <p:txBody>
          <a:bodyPr wrap="square" lIns="91343" tIns="45674" rIns="91343" bIns="45674">
            <a:spAutoFit/>
          </a:bodyPr>
          <a:lstStyle>
            <a:lvl1pPr eaLnBrk="0" hangingPunct="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600"/>
              </a:spcBef>
              <a:defRPr/>
            </a:pPr>
            <a:r>
              <a:rPr lang="zh-CN" altLang="en-US" sz="10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官网：http://www.tipdm.com</a:t>
            </a:r>
            <a:r>
              <a:rPr lang="en-US" altLang="zh-CN" sz="10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lang="zh-CN" altLang="en-US" sz="10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电话：189</a:t>
            </a:r>
            <a:r>
              <a:rPr lang="en-US" altLang="zh-CN" sz="10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10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2756</a:t>
            </a:r>
            <a:r>
              <a:rPr lang="en-US" altLang="zh-CN" sz="10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10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5259</a:t>
            </a:r>
          </a:p>
        </p:txBody>
      </p:sp>
    </p:spTree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0" y="1968500"/>
            <a:ext cx="12190413" cy="2168525"/>
          </a:xfrm>
          <a:prstGeom prst="rect">
            <a:avLst/>
          </a:prstGeom>
          <a:solidFill>
            <a:srgbClr val="064BB2"/>
          </a:solidFill>
          <a:ln>
            <a:noFill/>
          </a:ln>
          <a:effectLst>
            <a:outerShdw blurRad="50800" dist="38100" dir="5400000" algn="t" rotWithShape="0">
              <a:srgbClr val="000000">
                <a:alpha val="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zh-CN" altLang="en-US" sz="950" dirty="0">
              <a:solidFill>
                <a:srgbClr val="FFFFFF"/>
              </a:solidFill>
              <a:cs typeface="宋体" pitchFamily="2" charset="-122"/>
            </a:endParaRPr>
          </a:p>
        </p:txBody>
      </p:sp>
      <p:sp>
        <p:nvSpPr>
          <p:cNvPr id="3" name="Title 1"/>
          <p:cNvSpPr txBox="1"/>
          <p:nvPr/>
        </p:nvSpPr>
        <p:spPr>
          <a:xfrm>
            <a:off x="5108398" y="2071633"/>
            <a:ext cx="7082050" cy="1653849"/>
          </a:xfrm>
          <a:prstGeom prst="rect">
            <a:avLst/>
          </a:prstGeom>
        </p:spPr>
        <p:txBody>
          <a:bodyPr anchor="b"/>
          <a:lstStyle>
            <a:lvl1pPr algn="ctr" defTabSz="1028700" rtl="0" eaLnBrk="1" fontAlgn="base" latinLnBrk="0" hangingPunct="1">
              <a:lnSpc>
                <a:spcPts val="3360"/>
              </a:lnSpc>
              <a:spcBef>
                <a:spcPts val="630"/>
              </a:spcBef>
              <a:spcAft>
                <a:spcPct val="0"/>
              </a:spcAft>
              <a:buNone/>
              <a:defRPr lang="en-US" sz="294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>
              <a:defRPr/>
            </a:pPr>
            <a:r>
              <a:rPr altLang="zh-CN" sz="660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effectLst>
                  <a:reflection blurRad="6350" stA="50000" endA="300" endPos="50000" dist="29997" dir="5400000" sy="-100000" algn="bl" rotWithShape="0"/>
                </a:effectLst>
              </a:rPr>
              <a:t>Thank you!</a:t>
            </a:r>
            <a:endParaRPr lang="zh-CN" altLang="en-US" sz="6600">
              <a:ln>
                <a:solidFill>
                  <a:srgbClr val="FFFFFF"/>
                </a:solidFill>
              </a:ln>
              <a:solidFill>
                <a:srgbClr val="FFFFFF"/>
              </a:solidFill>
              <a:effectLst>
                <a:reflection blurRad="6350" stA="50000" endA="300" endPos="50000" dist="29997" dir="5400000" sy="-100000" algn="bl" rotWithShape="0"/>
              </a:effectLst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2394" y="2246810"/>
            <a:ext cx="4697018" cy="247818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0" y="1967879"/>
            <a:ext cx="12189884" cy="2168691"/>
          </a:xfrm>
          <a:prstGeom prst="rect">
            <a:avLst/>
          </a:prstGeom>
          <a:solidFill>
            <a:srgbClr val="064BB2"/>
          </a:solidFill>
          <a:ln>
            <a:noFill/>
          </a:ln>
          <a:effectLst>
            <a:outerShdw blurRad="50800" dist="38100" dir="5400000" algn="t" rotWithShape="0">
              <a:srgbClr val="000000">
                <a:alpha val="0"/>
              </a:srgbClr>
            </a:outerShdw>
          </a:effectLst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950" dirty="0">
              <a:solidFill>
                <a:srgbClr val="FFFFFF"/>
              </a:solidFill>
              <a:cs typeface="宋体" pitchFamily="2" charset="-122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5003623" y="1657613"/>
            <a:ext cx="7082051" cy="165384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1028700" rtl="0" eaLnBrk="1" fontAlgn="base" latinLnBrk="0" hangingPunct="1">
              <a:lnSpc>
                <a:spcPts val="3360"/>
              </a:lnSpc>
              <a:spcBef>
                <a:spcPts val="630"/>
              </a:spcBef>
              <a:spcAft>
                <a:spcPct val="0"/>
              </a:spcAft>
              <a:buNone/>
              <a:defRPr lang="en-US" sz="294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altLang="zh-CN" sz="660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effectLst>
                  <a:reflection blurRad="6350" stA="50000" endA="300" endPos="50000" dist="29997" dir="5400000" sy="-100000" algn="bl" rotWithShape="0"/>
                </a:effectLst>
              </a:rPr>
              <a:t>Thank you!</a:t>
            </a:r>
            <a:endParaRPr lang="zh-CN" altLang="en-US" sz="6600">
              <a:ln>
                <a:solidFill>
                  <a:srgbClr val="FFFFFF"/>
                </a:solidFill>
              </a:ln>
              <a:solidFill>
                <a:srgbClr val="FFFFFF"/>
              </a:solidFill>
              <a:effectLst>
                <a:reflection blurRad="6350" stA="50000" endA="300" endPos="50000" dist="29997" dir="5400000" sy="-100000" algn="bl" rotWithShape="0"/>
              </a:effectLst>
            </a:endParaRPr>
          </a:p>
        </p:txBody>
      </p:sp>
      <p:pic>
        <p:nvPicPr>
          <p:cNvPr id="10" name="图片 9" descr="AW视觉符号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2395" y="2246811"/>
            <a:ext cx="4697018" cy="247818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6" name="图片 1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0925" y="4724400"/>
            <a:ext cx="1874838" cy="187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矩形 16"/>
          <p:cNvSpPr>
            <a:spLocks noChangeArrowheads="1"/>
          </p:cNvSpPr>
          <p:nvPr userDrawn="1"/>
        </p:nvSpPr>
        <p:spPr bwMode="auto">
          <a:xfrm>
            <a:off x="9796145" y="6514465"/>
            <a:ext cx="2165350" cy="343535"/>
          </a:xfrm>
          <a:prstGeom prst="rect">
            <a:avLst/>
          </a:prstGeom>
          <a:noFill/>
          <a:ln>
            <a:noFill/>
          </a:ln>
        </p:spPr>
        <p:txBody>
          <a:bodyPr wrap="square" lIns="91343" tIns="45674" rIns="91343" bIns="45674">
            <a:spAutoFit/>
          </a:bodyPr>
          <a:lstStyle>
            <a:lvl1pPr eaLnBrk="0" hangingPunct="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600"/>
              </a:spcBef>
              <a:defRPr/>
            </a:pPr>
            <a:r>
              <a:rPr lang="zh-CN" altLang="en-US" sz="1100" dirty="0">
                <a:solidFill>
                  <a:srgbClr val="0557A9"/>
                </a:solidFill>
                <a:latin typeface="黑体" panose="02010609060101010101" charset="-122"/>
                <a:ea typeface="黑体" panose="02010609060101010101" charset="-122"/>
              </a:rPr>
              <a:t>打造数据智能职业教育领军企业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255588" y="195263"/>
            <a:ext cx="10972800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</p:nvPr>
        </p:nvSpPr>
        <p:spPr bwMode="auto">
          <a:xfrm>
            <a:off x="422275" y="1187450"/>
            <a:ext cx="109728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</a:t>
            </a: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fld id="{8B362659-EDEF-4896-B44C-15816E2E4CD8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2026/7/19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414597ED-A428-4847-8034-7A70C69917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+mj-lt"/>
          <a:ea typeface="微软雅黑" panose="020B0503020204020204" pitchFamily="34" charset="-122"/>
          <a:cs typeface="微软雅黑" panose="020B0503020204020204" pitchFamily="34" charset="-122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5pPr>
      <a:lvl6pPr marL="483870" algn="l" rtl="0" eaLnBrk="1" fontAlgn="base" hangingPunct="1">
        <a:spcBef>
          <a:spcPct val="0"/>
        </a:spcBef>
        <a:spcAft>
          <a:spcPct val="0"/>
        </a:spcAft>
        <a:defRPr sz="2540">
          <a:solidFill>
            <a:schemeClr val="tx1"/>
          </a:solidFill>
          <a:latin typeface="Calibri" panose="020F0502020204030204" pitchFamily="34" charset="0"/>
          <a:ea typeface="黑体" panose="02010609060101010101" charset="-122"/>
        </a:defRPr>
      </a:lvl6pPr>
      <a:lvl7pPr marL="967740" algn="l" rtl="0" eaLnBrk="1" fontAlgn="base" hangingPunct="1">
        <a:spcBef>
          <a:spcPct val="0"/>
        </a:spcBef>
        <a:spcAft>
          <a:spcPct val="0"/>
        </a:spcAft>
        <a:defRPr sz="2540">
          <a:solidFill>
            <a:schemeClr val="tx1"/>
          </a:solidFill>
          <a:latin typeface="Calibri" panose="020F0502020204030204" pitchFamily="34" charset="0"/>
          <a:ea typeface="黑体" panose="02010609060101010101" charset="-122"/>
        </a:defRPr>
      </a:lvl7pPr>
      <a:lvl8pPr marL="1450975" algn="l" rtl="0" eaLnBrk="1" fontAlgn="base" hangingPunct="1">
        <a:spcBef>
          <a:spcPct val="0"/>
        </a:spcBef>
        <a:spcAft>
          <a:spcPct val="0"/>
        </a:spcAft>
        <a:defRPr sz="2540">
          <a:solidFill>
            <a:schemeClr val="tx1"/>
          </a:solidFill>
          <a:latin typeface="Calibri" panose="020F0502020204030204" pitchFamily="34" charset="0"/>
          <a:ea typeface="黑体" panose="02010609060101010101" charset="-122"/>
        </a:defRPr>
      </a:lvl8pPr>
      <a:lvl9pPr marL="1934845" algn="l" rtl="0" eaLnBrk="1" fontAlgn="base" hangingPunct="1">
        <a:spcBef>
          <a:spcPct val="0"/>
        </a:spcBef>
        <a:spcAft>
          <a:spcPct val="0"/>
        </a:spcAft>
        <a:defRPr sz="2540">
          <a:solidFill>
            <a:schemeClr val="tx1"/>
          </a:solidFill>
          <a:latin typeface="Calibri" panose="020F0502020204030204" pitchFamily="34" charset="0"/>
          <a:ea typeface="黑体" panose="02010609060101010101" charset="-122"/>
        </a:defRPr>
      </a:lvl9pPr>
    </p:titleStyle>
    <p:bodyStyle>
      <a:lvl1pPr marL="361950" indent="-36195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Font typeface="Wingdings" panose="05000000000000000000" pitchFamily="2" charset="2"/>
        <a:buChar char="n"/>
        <a:defRPr sz="2100">
          <a:solidFill>
            <a:schemeClr val="tx1"/>
          </a:solidFill>
          <a:latin typeface="+mn-lt"/>
          <a:ea typeface="+mn-ea"/>
          <a:cs typeface="宋体" pitchFamily="2" charset="-122"/>
        </a:defRPr>
      </a:lvl1pPr>
      <a:lvl2pPr marL="786130" indent="-30162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900">
          <a:solidFill>
            <a:schemeClr val="tx1"/>
          </a:solidFill>
          <a:latin typeface="+mn-lt"/>
          <a:ea typeface="+mn-ea"/>
        </a:defRPr>
      </a:lvl2pPr>
      <a:lvl3pPr marL="1208405" indent="-2413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500">
          <a:solidFill>
            <a:schemeClr val="tx1"/>
          </a:solidFill>
          <a:latin typeface="+mn-lt"/>
          <a:ea typeface="+mn-ea"/>
        </a:defRPr>
      </a:lvl3pPr>
      <a:lvl4pPr marL="1692275" indent="-2413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4pPr>
      <a:lvl5pPr marL="2176780" indent="-2413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100">
          <a:solidFill>
            <a:schemeClr val="tx1"/>
          </a:solidFill>
          <a:latin typeface="+mn-lt"/>
          <a:ea typeface="+mn-ea"/>
        </a:defRPr>
      </a:lvl5pPr>
      <a:lvl6pPr marL="2660650" indent="-24193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115">
          <a:solidFill>
            <a:schemeClr val="tx1"/>
          </a:solidFill>
          <a:latin typeface="+mn-lt"/>
          <a:ea typeface="+mn-ea"/>
        </a:defRPr>
      </a:lvl6pPr>
      <a:lvl7pPr marL="3144520" indent="-24193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115">
          <a:solidFill>
            <a:schemeClr val="tx1"/>
          </a:solidFill>
          <a:latin typeface="+mn-lt"/>
          <a:ea typeface="+mn-ea"/>
        </a:defRPr>
      </a:lvl7pPr>
      <a:lvl8pPr marL="3628390" indent="-24193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115">
          <a:solidFill>
            <a:schemeClr val="tx1"/>
          </a:solidFill>
          <a:latin typeface="+mn-lt"/>
          <a:ea typeface="+mn-ea"/>
        </a:defRPr>
      </a:lvl8pPr>
      <a:lvl9pPr marL="4112260" indent="-24193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115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0975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4845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8715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2585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6455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325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ps-group:gxi238br"/>
          <p:cNvGrpSpPr/>
          <p:nvPr/>
        </p:nvGrpSpPr>
        <p:grpSpPr>
          <a:xfrm>
            <a:off x="476613" y="657678"/>
            <a:ext cx="9652000" cy="609600"/>
            <a:chOff x="736600" y="317500"/>
            <a:chExt cx="9652000" cy="609600"/>
          </a:xfrm>
        </p:grpSpPr>
        <p:sp>
          <p:nvSpPr>
            <p:cNvPr id="5" name="ps:s_deztckke:gxi238br:background:0"/>
            <p:cNvSpPr/>
            <p:nvPr/>
          </p:nvSpPr>
          <p:spPr>
            <a:xfrm>
              <a:off x="736600" y="317500"/>
              <a:ext cx="9652000" cy="609600"/>
            </a:xfrm>
            <a:prstGeom prst="roundRect">
              <a:avLst>
                <a:gd name="adj" fmla="val 4167"/>
              </a:avLst>
            </a:prstGeom>
            <a:solidFill>
              <a:srgbClr val="FFFFFF"/>
            </a:solidFill>
            <a:ln w="12700">
              <a:solidFill>
                <a:srgbClr val="333333">
                  <a:alpha val="0"/>
                </a:srgbClr>
              </a:solidFill>
              <a:prstDash val="solid"/>
            </a:ln>
          </p:spPr>
        </p:sp>
        <p:sp>
          <p:nvSpPr>
            <p:cNvPr id="35" name="ps:s_deztckke:gxi238br:border:0"/>
            <p:cNvSpPr/>
            <p:nvPr/>
          </p:nvSpPr>
          <p:spPr>
            <a:xfrm>
              <a:off x="736600" y="317500"/>
              <a:ext cx="0" cy="609600"/>
            </a:xfrm>
            <a:prstGeom prst="line">
              <a:avLst/>
            </a:prstGeom>
            <a:noFill/>
            <a:ln w="63500">
              <a:solidFill>
                <a:srgbClr val="1F5A96"/>
              </a:solidFill>
              <a:prstDash val="solid"/>
            </a:ln>
          </p:spPr>
        </p:sp>
        <p:sp>
          <p:nvSpPr>
            <p:cNvPr id="36" name="ps:s_deztckke:gxi238br:content:0"/>
            <p:cNvSpPr/>
            <p:nvPr/>
          </p:nvSpPr>
          <p:spPr>
            <a:xfrm>
              <a:off x="901700" y="368300"/>
              <a:ext cx="9334500" cy="508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2800" b="1" dirty="0">
                  <a:solidFill>
                    <a:srgbClr val="123B6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123456</a:t>
              </a:r>
              <a:endParaRPr lang="en-US" sz="28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3257;p76"/>
          <p:cNvGrpSpPr/>
          <p:nvPr/>
        </p:nvGrpSpPr>
        <p:grpSpPr>
          <a:xfrm>
            <a:off x="997692" y="2334687"/>
            <a:ext cx="1959041" cy="208784"/>
            <a:chOff x="6336019" y="3733725"/>
            <a:chExt cx="2566206" cy="351310"/>
          </a:xfrm>
        </p:grpSpPr>
        <p:sp>
          <p:nvSpPr>
            <p:cNvPr id="5" name="Google Shape;3258;p76"/>
            <p:cNvSpPr/>
            <p:nvPr/>
          </p:nvSpPr>
          <p:spPr>
            <a:xfrm>
              <a:off x="6336019" y="3733735"/>
              <a:ext cx="1881300" cy="351300"/>
            </a:xfrm>
            <a:prstGeom prst="homePlate">
              <a:avLst>
                <a:gd name="adj" fmla="val 50000"/>
              </a:avLst>
            </a:pr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259;p76"/>
            <p:cNvSpPr/>
            <p:nvPr/>
          </p:nvSpPr>
          <p:spPr>
            <a:xfrm>
              <a:off x="8098525" y="3733725"/>
              <a:ext cx="346500" cy="3513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3260;p76"/>
            <p:cNvSpPr/>
            <p:nvPr/>
          </p:nvSpPr>
          <p:spPr>
            <a:xfrm>
              <a:off x="8327125" y="3733725"/>
              <a:ext cx="346500" cy="3513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261;p76"/>
            <p:cNvSpPr/>
            <p:nvPr/>
          </p:nvSpPr>
          <p:spPr>
            <a:xfrm>
              <a:off x="8555725" y="3733725"/>
              <a:ext cx="346500" cy="3513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009612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3633;p80"/>
          <p:cNvGrpSpPr/>
          <p:nvPr/>
        </p:nvGrpSpPr>
        <p:grpSpPr>
          <a:xfrm>
            <a:off x="753952" y="2401541"/>
            <a:ext cx="1412054" cy="633562"/>
            <a:chOff x="1187400" y="2529299"/>
            <a:chExt cx="6769193" cy="2241903"/>
          </a:xfrm>
        </p:grpSpPr>
        <p:sp>
          <p:nvSpPr>
            <p:cNvPr id="20" name="Google Shape;3634;p80"/>
            <p:cNvSpPr/>
            <p:nvPr/>
          </p:nvSpPr>
          <p:spPr>
            <a:xfrm>
              <a:off x="3802943" y="2529299"/>
              <a:ext cx="1538100" cy="442500"/>
            </a:xfrm>
            <a:prstGeom prst="roundRect">
              <a:avLst>
                <a:gd name="adj" fmla="val 50000"/>
              </a:avLst>
            </a:pr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1" name="Google Shape;3635;p80"/>
            <p:cNvSpPr/>
            <p:nvPr/>
          </p:nvSpPr>
          <p:spPr>
            <a:xfrm>
              <a:off x="5573240" y="3429000"/>
              <a:ext cx="1538100" cy="442500"/>
            </a:xfrm>
            <a:prstGeom prst="roundRect">
              <a:avLst>
                <a:gd name="adj" fmla="val 50000"/>
              </a:avLst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2" name="Google Shape;3636;p80"/>
            <p:cNvSpPr/>
            <p:nvPr/>
          </p:nvSpPr>
          <p:spPr>
            <a:xfrm>
              <a:off x="2032647" y="3429000"/>
              <a:ext cx="1538100" cy="442500"/>
            </a:xfrm>
            <a:prstGeom prst="roundRect">
              <a:avLst>
                <a:gd name="adj" fmla="val 50000"/>
              </a:avLst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3" name="Google Shape;3637;p80"/>
            <p:cNvSpPr/>
            <p:nvPr/>
          </p:nvSpPr>
          <p:spPr>
            <a:xfrm>
              <a:off x="1187400" y="4328701"/>
              <a:ext cx="1538100" cy="442500"/>
            </a:xfrm>
            <a:prstGeom prst="roundRect">
              <a:avLst>
                <a:gd name="adj" fmla="val 50000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4" name="Google Shape;3638;p80"/>
            <p:cNvSpPr/>
            <p:nvPr/>
          </p:nvSpPr>
          <p:spPr>
            <a:xfrm>
              <a:off x="2877893" y="4328701"/>
              <a:ext cx="1538100" cy="442500"/>
            </a:xfrm>
            <a:prstGeom prst="roundRect">
              <a:avLst>
                <a:gd name="adj" fmla="val 50000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5" name="Google Shape;3639;p80"/>
            <p:cNvSpPr/>
            <p:nvPr/>
          </p:nvSpPr>
          <p:spPr>
            <a:xfrm>
              <a:off x="4728000" y="4328701"/>
              <a:ext cx="1538100" cy="442500"/>
            </a:xfrm>
            <a:prstGeom prst="roundRect">
              <a:avLst>
                <a:gd name="adj" fmla="val 50000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6" name="Google Shape;3640;p80"/>
            <p:cNvSpPr/>
            <p:nvPr/>
          </p:nvSpPr>
          <p:spPr>
            <a:xfrm>
              <a:off x="6418493" y="4328701"/>
              <a:ext cx="1538100" cy="442500"/>
            </a:xfrm>
            <a:prstGeom prst="roundRect">
              <a:avLst>
                <a:gd name="adj" fmla="val 50000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cxnSp>
          <p:nvCxnSpPr>
            <p:cNvPr id="27" name="Google Shape;3641;p80"/>
            <p:cNvCxnSpPr>
              <a:stCxn id="20" idx="2"/>
              <a:endCxn id="21" idx="0"/>
            </p:cNvCxnSpPr>
            <p:nvPr/>
          </p:nvCxnSpPr>
          <p:spPr>
            <a:xfrm rot="-5400000" flipH="1">
              <a:off x="5228543" y="2315249"/>
              <a:ext cx="457200" cy="1770300"/>
            </a:xfrm>
            <a:prstGeom prst="bentConnector3">
              <a:avLst>
                <a:gd name="adj1" fmla="val 49967"/>
              </a:avLst>
            </a:prstGeom>
            <a:noFill/>
            <a:ln w="9525" cap="flat" cmpd="sng">
              <a:solidFill>
                <a:srgbClr val="C2C2C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" name="Google Shape;3642;p80"/>
            <p:cNvCxnSpPr>
              <a:stCxn id="22" idx="0"/>
              <a:endCxn id="20" idx="2"/>
            </p:cNvCxnSpPr>
            <p:nvPr/>
          </p:nvCxnSpPr>
          <p:spPr>
            <a:xfrm rot="-5400000">
              <a:off x="3458247" y="2315250"/>
              <a:ext cx="457200" cy="1770300"/>
            </a:xfrm>
            <a:prstGeom prst="bentConnector3">
              <a:avLst>
                <a:gd name="adj1" fmla="val 49967"/>
              </a:avLst>
            </a:prstGeom>
            <a:noFill/>
            <a:ln w="9525" cap="flat" cmpd="sng">
              <a:solidFill>
                <a:srgbClr val="C2C2C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" name="Google Shape;3643;p80"/>
            <p:cNvCxnSpPr>
              <a:stCxn id="22" idx="2"/>
              <a:endCxn id="24" idx="0"/>
            </p:cNvCxnSpPr>
            <p:nvPr/>
          </p:nvCxnSpPr>
          <p:spPr>
            <a:xfrm rot="-5400000" flipH="1">
              <a:off x="2995647" y="3677550"/>
              <a:ext cx="457200" cy="845100"/>
            </a:xfrm>
            <a:prstGeom prst="bentConnector3">
              <a:avLst>
                <a:gd name="adj1" fmla="val 49967"/>
              </a:avLst>
            </a:prstGeom>
            <a:noFill/>
            <a:ln w="9525" cap="flat" cmpd="sng">
              <a:solidFill>
                <a:srgbClr val="C2C2C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" name="Google Shape;3644;p80"/>
            <p:cNvCxnSpPr>
              <a:stCxn id="23" idx="0"/>
              <a:endCxn id="22" idx="2"/>
            </p:cNvCxnSpPr>
            <p:nvPr/>
          </p:nvCxnSpPr>
          <p:spPr>
            <a:xfrm rot="-5400000">
              <a:off x="2150400" y="3677551"/>
              <a:ext cx="457200" cy="845100"/>
            </a:xfrm>
            <a:prstGeom prst="bentConnector3">
              <a:avLst>
                <a:gd name="adj1" fmla="val 49967"/>
              </a:avLst>
            </a:prstGeom>
            <a:noFill/>
            <a:ln w="9525" cap="flat" cmpd="sng">
              <a:solidFill>
                <a:srgbClr val="C2C2C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" name="Google Shape;3645;p80"/>
            <p:cNvCxnSpPr>
              <a:stCxn id="21" idx="2"/>
              <a:endCxn id="26" idx="0"/>
            </p:cNvCxnSpPr>
            <p:nvPr/>
          </p:nvCxnSpPr>
          <p:spPr>
            <a:xfrm rot="-5400000" flipH="1">
              <a:off x="6536390" y="3677400"/>
              <a:ext cx="457200" cy="845400"/>
            </a:xfrm>
            <a:prstGeom prst="bentConnector3">
              <a:avLst>
                <a:gd name="adj1" fmla="val 49967"/>
              </a:avLst>
            </a:prstGeom>
            <a:noFill/>
            <a:ln w="9525" cap="flat" cmpd="sng">
              <a:solidFill>
                <a:srgbClr val="C2C2C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" name="Google Shape;3646;p80"/>
            <p:cNvCxnSpPr>
              <a:stCxn id="25" idx="0"/>
              <a:endCxn id="21" idx="2"/>
            </p:cNvCxnSpPr>
            <p:nvPr/>
          </p:nvCxnSpPr>
          <p:spPr>
            <a:xfrm rot="-5400000">
              <a:off x="5691000" y="3677551"/>
              <a:ext cx="457200" cy="845100"/>
            </a:xfrm>
            <a:prstGeom prst="bentConnector3">
              <a:avLst>
                <a:gd name="adj1" fmla="val 49967"/>
              </a:avLst>
            </a:prstGeom>
            <a:noFill/>
            <a:ln w="9525" cap="flat" cmpd="sng">
              <a:solidFill>
                <a:srgbClr val="C2C2C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2403898042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PT模板V1.0.4">
  <a:themeElements>
    <a:clrScheme name="2_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_Office 主题">
      <a:majorFont>
        <a:latin typeface="Calibri"/>
        <a:ea typeface="黑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5400" cap="flat" cmpd="sng">
          <a:solidFill>
            <a:srgbClr val="FF0000"/>
          </a:solidFill>
          <a:prstDash val="sysDash"/>
          <a:round/>
        </a:ln>
      </a:spPr>
      <a:bodyPr anchor="ctr"/>
      <a:lstStyle>
        <a:defPPr>
          <a:defRPr/>
        </a:defPPr>
      </a:lstStyle>
    </a:spDef>
  </a:objectDefaults>
  <a:extraClrSchemeLst>
    <a:extraClrScheme>
      <a:clrScheme name="2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</Words>
  <Application>Microsoft Office PowerPoint</Application>
  <PresentationFormat>宽屏</PresentationFormat>
  <Paragraphs>2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黑体</vt:lpstr>
      <vt:lpstr>宋体</vt:lpstr>
      <vt:lpstr>微软雅黑</vt:lpstr>
      <vt:lpstr>Arial</vt:lpstr>
      <vt:lpstr>Calibri</vt:lpstr>
      <vt:lpstr>Times New Roman</vt:lpstr>
      <vt:lpstr>Wingdings</vt:lpstr>
      <vt:lpstr>WPS</vt:lpstr>
      <vt:lpstr>PPT模板V1.0.4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第5章 数据挖掘算法基础</dc:title>
  <dc:creator>郑宇</dc:creator>
  <cp:lastModifiedBy>Windows 用户</cp:lastModifiedBy>
  <cp:revision>279</cp:revision>
  <dcterms:created xsi:type="dcterms:W3CDTF">2026-07-16T07:51:21Z</dcterms:created>
  <dcterms:modified xsi:type="dcterms:W3CDTF">2026-07-19T01:16:56Z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2052-5.3.0.7863</vt:lpwstr>
  </property>
  <property fmtid="{D5CDD505-2E9C-101B-9397-08002B2CF9AE}" pid="3" name="ICV">
    <vt:lpwstr>BCB0CDA5D7519DB9798D586A0084363B_43</vt:lpwstr>
  </property>
</Properties>
</file>