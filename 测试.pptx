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41A34-C160-479E-8D8E-78C63DDEDE0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683ACB-67CB-445F-A469-063E67E6C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807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7" name="Google Shape;7857;g1ac180de38d_0_43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8" name="Google Shape;7858;g1ac180de38d_0_43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2170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3533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A5C1-78EA-49AA-B083-32C95CE73D3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15BF-4476-4EB4-A6F4-81D5A9573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555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A5C1-78EA-49AA-B083-32C95CE73D3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15BF-4476-4EB4-A6F4-81D5A9573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88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A5C1-78EA-49AA-B083-32C95CE73D3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15BF-4476-4EB4-A6F4-81D5A9573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98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A5C1-78EA-49AA-B083-32C95CE73D3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15BF-4476-4EB4-A6F4-81D5A9573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538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A5C1-78EA-49AA-B083-32C95CE73D3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15BF-4476-4EB4-A6F4-81D5A9573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196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A5C1-78EA-49AA-B083-32C95CE73D3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15BF-4476-4EB4-A6F4-81D5A9573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637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A5C1-78EA-49AA-B083-32C95CE73D3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15BF-4476-4EB4-A6F4-81D5A9573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511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A5C1-78EA-49AA-B083-32C95CE73D3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15BF-4476-4EB4-A6F4-81D5A9573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88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A5C1-78EA-49AA-B083-32C95CE73D3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15BF-4476-4EB4-A6F4-81D5A9573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599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A5C1-78EA-49AA-B083-32C95CE73D3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15BF-4476-4EB4-A6F4-81D5A9573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415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A5C1-78EA-49AA-B083-32C95CE73D3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15BF-4476-4EB4-A6F4-81D5A9573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300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554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"/>
          </p:nvPr>
        </p:nvSpPr>
        <p:spPr>
          <a:xfrm>
            <a:off x="2002433" y="2086733"/>
            <a:ext cx="45016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2"/>
          </p:nvPr>
        </p:nvSpPr>
        <p:spPr>
          <a:xfrm>
            <a:off x="2002433" y="3213267"/>
            <a:ext cx="45016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3"/>
          </p:nvPr>
        </p:nvSpPr>
        <p:spPr>
          <a:xfrm>
            <a:off x="2002433" y="4339800"/>
            <a:ext cx="45016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4" hasCustomPrompt="1"/>
          </p:nvPr>
        </p:nvSpPr>
        <p:spPr>
          <a:xfrm>
            <a:off x="950967" y="1906333"/>
            <a:ext cx="979600" cy="454800"/>
          </a:xfrm>
          <a:prstGeom prst="rect">
            <a:avLst/>
          </a:prstGeom>
          <a:solidFill>
            <a:schemeClr val="dk1"/>
          </a:solidFill>
          <a:effectLst>
            <a:outerShdw blurRad="285750" dist="190500" dir="78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 i="1">
                <a:solidFill>
                  <a:schemeClr val="lt1"/>
                </a:solidFill>
                <a:latin typeface="Parisienne"/>
                <a:ea typeface="Parisienne"/>
                <a:cs typeface="Parisienne"/>
                <a:sym typeface="Parisien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5" hasCustomPrompt="1"/>
          </p:nvPr>
        </p:nvSpPr>
        <p:spPr>
          <a:xfrm>
            <a:off x="950953" y="3034667"/>
            <a:ext cx="979600" cy="453200"/>
          </a:xfrm>
          <a:prstGeom prst="rect">
            <a:avLst/>
          </a:prstGeom>
          <a:solidFill>
            <a:schemeClr val="dk1"/>
          </a:solidFill>
          <a:effectLst>
            <a:outerShdw blurRad="285750" dist="190500" dir="78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 i="1">
                <a:solidFill>
                  <a:schemeClr val="lt1"/>
                </a:solidFill>
                <a:latin typeface="Parisienne"/>
                <a:ea typeface="Parisienne"/>
                <a:cs typeface="Parisienne"/>
                <a:sym typeface="Parisien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6" hasCustomPrompt="1"/>
          </p:nvPr>
        </p:nvSpPr>
        <p:spPr>
          <a:xfrm>
            <a:off x="950953" y="4166360"/>
            <a:ext cx="979600" cy="456800"/>
          </a:xfrm>
          <a:prstGeom prst="rect">
            <a:avLst/>
          </a:prstGeom>
          <a:solidFill>
            <a:schemeClr val="dk1"/>
          </a:solidFill>
          <a:effectLst>
            <a:outerShdw blurRad="285750" dist="190500" dir="78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 i="1">
                <a:solidFill>
                  <a:schemeClr val="lt1"/>
                </a:solidFill>
                <a:latin typeface="Parisienne"/>
                <a:ea typeface="Parisienne"/>
                <a:cs typeface="Parisienne"/>
                <a:sym typeface="Parisien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7"/>
          </p:nvPr>
        </p:nvSpPr>
        <p:spPr>
          <a:xfrm>
            <a:off x="2002433" y="1693133"/>
            <a:ext cx="4501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667" i="1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8"/>
          </p:nvPr>
        </p:nvSpPr>
        <p:spPr>
          <a:xfrm>
            <a:off x="2002433" y="2819667"/>
            <a:ext cx="4501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667" i="1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9"/>
          </p:nvPr>
        </p:nvSpPr>
        <p:spPr>
          <a:xfrm>
            <a:off x="2002433" y="3946200"/>
            <a:ext cx="4501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667" i="1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3"/>
          </p:nvPr>
        </p:nvSpPr>
        <p:spPr>
          <a:xfrm>
            <a:off x="2002433" y="5466333"/>
            <a:ext cx="45016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14" hasCustomPrompt="1"/>
          </p:nvPr>
        </p:nvSpPr>
        <p:spPr>
          <a:xfrm>
            <a:off x="950953" y="5296567"/>
            <a:ext cx="979600" cy="454800"/>
          </a:xfrm>
          <a:prstGeom prst="rect">
            <a:avLst/>
          </a:prstGeom>
          <a:solidFill>
            <a:schemeClr val="dk1"/>
          </a:solidFill>
          <a:effectLst>
            <a:outerShdw blurRad="285750" dist="190500" dir="78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 i="1">
                <a:solidFill>
                  <a:schemeClr val="lt1"/>
                </a:solidFill>
                <a:latin typeface="Parisienne"/>
                <a:ea typeface="Parisienne"/>
                <a:cs typeface="Parisienne"/>
                <a:sym typeface="Parisien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arisienne"/>
              <a:buNone/>
              <a:defRPr sz="2667">
                <a:latin typeface="Parisienne"/>
                <a:ea typeface="Parisienne"/>
                <a:cs typeface="Parisienne"/>
                <a:sym typeface="Parisienne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5"/>
          </p:nvPr>
        </p:nvSpPr>
        <p:spPr>
          <a:xfrm>
            <a:off x="2002433" y="5072733"/>
            <a:ext cx="45016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2667" i="1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erif Display"/>
              <a:buNone/>
              <a:defRPr sz="3200" i="1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>
            <a:spLocks noGrp="1"/>
          </p:cNvSpPr>
          <p:nvPr>
            <p:ph type="pic" idx="16"/>
          </p:nvPr>
        </p:nvSpPr>
        <p:spPr>
          <a:xfrm>
            <a:off x="7592800" y="719667"/>
            <a:ext cx="3639200" cy="50948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grpSp>
        <p:nvGrpSpPr>
          <p:cNvPr id="97" name="Google Shape;97;p13"/>
          <p:cNvGrpSpPr/>
          <p:nvPr/>
        </p:nvGrpSpPr>
        <p:grpSpPr>
          <a:xfrm>
            <a:off x="11775338" y="215100"/>
            <a:ext cx="231637" cy="2678600"/>
            <a:chOff x="8831625" y="161325"/>
            <a:chExt cx="181800" cy="2008950"/>
          </a:xfrm>
        </p:grpSpPr>
        <p:sp>
          <p:nvSpPr>
            <p:cNvPr id="98" name="Google Shape;98;p13"/>
            <p:cNvSpPr/>
            <p:nvPr/>
          </p:nvSpPr>
          <p:spPr>
            <a:xfrm>
              <a:off x="8831625" y="161325"/>
              <a:ext cx="181800" cy="171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  <a:effectLst>
              <a:outerShdw blurRad="285750" dist="285750" dir="7800000" algn="bl" rotWithShape="0">
                <a:schemeClr val="dk1">
                  <a:alpha val="4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8831625" y="471075"/>
              <a:ext cx="181800" cy="1699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  <a:effectLst>
              <a:outerShdw blurRad="285750" dist="285750" dir="7800000" algn="bl" rotWithShape="0">
                <a:schemeClr val="dk1">
                  <a:alpha val="4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0" name="Google Shape;100;p13"/>
          <p:cNvGrpSpPr/>
          <p:nvPr/>
        </p:nvGrpSpPr>
        <p:grpSpPr>
          <a:xfrm>
            <a:off x="288000" y="2019733"/>
            <a:ext cx="242400" cy="3607600"/>
            <a:chOff x="216000" y="1514800"/>
            <a:chExt cx="181800" cy="2705700"/>
          </a:xfrm>
        </p:grpSpPr>
        <p:sp>
          <p:nvSpPr>
            <p:cNvPr id="101" name="Google Shape;101;p13"/>
            <p:cNvSpPr/>
            <p:nvPr/>
          </p:nvSpPr>
          <p:spPr>
            <a:xfrm>
              <a:off x="216000" y="1514800"/>
              <a:ext cx="181800" cy="171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  <a:effectLst>
              <a:outerShdw blurRad="285750" dist="285750" dir="7800000" algn="bl" rotWithShape="0">
                <a:schemeClr val="dk1">
                  <a:alpha val="4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216000" y="2359700"/>
              <a:ext cx="181800" cy="171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  <a:effectLst>
              <a:outerShdw blurRad="285750" dist="285750" dir="7800000" algn="bl" rotWithShape="0">
                <a:schemeClr val="dk1">
                  <a:alpha val="4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216000" y="3185700"/>
              <a:ext cx="181800" cy="171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  <a:effectLst>
              <a:outerShdw blurRad="285750" dist="285750" dir="7800000" algn="bl" rotWithShape="0">
                <a:schemeClr val="dk1">
                  <a:alpha val="4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216000" y="4049500"/>
              <a:ext cx="181800" cy="171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  <a:effectLst>
              <a:outerShdw blurRad="285750" dist="285750" dir="7800000" algn="bl" rotWithShape="0">
                <a:schemeClr val="dk1">
                  <a:alpha val="4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067237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6A5C1-78EA-49AA-B083-32C95CE73D3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C15BF-4476-4EB4-A6F4-81D5A9573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52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384;p43"/>
          <p:cNvSpPr/>
          <p:nvPr/>
        </p:nvSpPr>
        <p:spPr>
          <a:xfrm>
            <a:off x="1311442" y="376496"/>
            <a:ext cx="6277275" cy="5466600"/>
          </a:xfrm>
          <a:custGeom>
            <a:avLst/>
            <a:gdLst/>
            <a:ahLst/>
            <a:cxnLst/>
            <a:rect l="l" t="t" r="r" b="b"/>
            <a:pathLst>
              <a:path w="251091" h="218664" extrusionOk="0">
                <a:moveTo>
                  <a:pt x="183018" y="258389"/>
                </a:moveTo>
                <a:lnTo>
                  <a:pt x="402460" y="39725"/>
                </a:lnTo>
                <a:lnTo>
                  <a:pt x="434109" y="39725"/>
                </a:lnTo>
                <a:lnTo>
                  <a:pt x="434109" y="258319"/>
                </a:lnTo>
                <a:lnTo>
                  <a:pt x="197851" y="25831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03322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5544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TABLE OF CONTENTS</a:t>
            </a:r>
            <a:endParaRPr dirty="0"/>
          </a:p>
        </p:txBody>
      </p:sp>
      <p:sp>
        <p:nvSpPr>
          <p:cNvPr id="312" name="Google Shape;312;p39"/>
          <p:cNvSpPr txBox="1">
            <a:spLocks noGrp="1"/>
          </p:cNvSpPr>
          <p:nvPr>
            <p:ph type="title" idx="4"/>
          </p:nvPr>
        </p:nvSpPr>
        <p:spPr>
          <a:xfrm>
            <a:off x="950967" y="1906333"/>
            <a:ext cx="979600" cy="45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01</a:t>
            </a:r>
            <a:endParaRPr dirty="0"/>
          </a:p>
        </p:txBody>
      </p:sp>
      <p:sp>
        <p:nvSpPr>
          <p:cNvPr id="313" name="Google Shape;313;p39"/>
          <p:cNvSpPr txBox="1">
            <a:spLocks noGrp="1"/>
          </p:cNvSpPr>
          <p:nvPr>
            <p:ph type="title" idx="5"/>
          </p:nvPr>
        </p:nvSpPr>
        <p:spPr>
          <a:xfrm>
            <a:off x="950953" y="3034667"/>
            <a:ext cx="979600" cy="45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314" name="Google Shape;314;p39"/>
          <p:cNvSpPr txBox="1">
            <a:spLocks noGrp="1"/>
          </p:cNvSpPr>
          <p:nvPr>
            <p:ph type="title" idx="6"/>
          </p:nvPr>
        </p:nvSpPr>
        <p:spPr>
          <a:xfrm>
            <a:off x="950953" y="4166360"/>
            <a:ext cx="979600" cy="4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319" name="Google Shape;319;p39"/>
          <p:cNvSpPr txBox="1">
            <a:spLocks noGrp="1"/>
          </p:cNvSpPr>
          <p:nvPr>
            <p:ph type="title" idx="14"/>
          </p:nvPr>
        </p:nvSpPr>
        <p:spPr>
          <a:xfrm>
            <a:off x="950953" y="5296567"/>
            <a:ext cx="979600" cy="45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7486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24;p43"/>
          <p:cNvSpPr/>
          <p:nvPr/>
        </p:nvSpPr>
        <p:spPr>
          <a:xfrm rot="10800000">
            <a:off x="1670459" y="2034019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solidFill>
            <a:schemeClr val="lt2"/>
          </a:solidFill>
          <a:ln w="19050" cap="rnd" cmpd="sng">
            <a:solidFill>
              <a:schemeClr val="lt2"/>
            </a:solidFill>
            <a:prstDash val="dash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8771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7</Words>
  <Application>Microsoft Office PowerPoint</Application>
  <PresentationFormat>宽屏</PresentationFormat>
  <Paragraphs>5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Anaheim</vt:lpstr>
      <vt:lpstr>DM Serif Display</vt:lpstr>
      <vt:lpstr>Parisienne</vt:lpstr>
      <vt:lpstr>宋体</vt:lpstr>
      <vt:lpstr>Arial</vt:lpstr>
      <vt:lpstr>Calibri</vt:lpstr>
      <vt:lpstr>Calibri Light</vt:lpstr>
      <vt:lpstr>Office 主题</vt:lpstr>
      <vt:lpstr>PowerPoint 演示文稿</vt:lpstr>
      <vt:lpstr>TABLE OF CONTENTS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223344</dc:title>
  <dc:creator>Windows 用户</dc:creator>
  <cp:lastModifiedBy>ZXC</cp:lastModifiedBy>
  <cp:revision>42</cp:revision>
  <dcterms:created xsi:type="dcterms:W3CDTF">2025-03-22T07:25:34Z</dcterms:created>
  <dcterms:modified xsi:type="dcterms:W3CDTF">2026-06-25T13:33:16Z</dcterms:modified>
</cp:coreProperties>
</file>